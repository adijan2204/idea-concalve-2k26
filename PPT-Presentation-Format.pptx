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176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3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15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86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54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481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0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81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53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19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4675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691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6818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169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593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739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alphaModFix amt="50000"/>
            <a:lum/>
          </a:blip>
          <a:srcRect/>
          <a:stretch>
            <a:fillRect l="35000" t="33000" r="33000" b="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25A5A-101F-4739-8838-EFF74C9A1EA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3AEFED-E593-443C-B2FB-8C1AAEA698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69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F826D5-9E7B-0741-0068-A19F243DE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837" y="0"/>
            <a:ext cx="7741228" cy="20612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5924A9-867A-8B10-C2CD-C4E897C56BC8}"/>
              </a:ext>
            </a:extLst>
          </p:cNvPr>
          <p:cNvSpPr txBox="1"/>
          <p:nvPr/>
        </p:nvSpPr>
        <p:spPr>
          <a:xfrm>
            <a:off x="1761193" y="2414774"/>
            <a:ext cx="6431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Title :- </a:t>
            </a:r>
          </a:p>
        </p:txBody>
      </p:sp>
    </p:spTree>
    <p:extLst>
      <p:ext uri="{BB962C8B-B14F-4D97-AF65-F5344CB8AC3E}">
        <p14:creationId xmlns:p14="http://schemas.microsoft.com/office/powerpoint/2010/main" val="1553019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1DBB71-4DB1-F437-0252-E4CBC385F2D2}"/>
              </a:ext>
            </a:extLst>
          </p:cNvPr>
          <p:cNvSpPr txBox="1"/>
          <p:nvPr/>
        </p:nvSpPr>
        <p:spPr>
          <a:xfrm>
            <a:off x="914399" y="458956"/>
            <a:ext cx="10543868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Content :- </a:t>
            </a:r>
          </a:p>
          <a:p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Introduction of our PPT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Objectives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Main content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Diagram / Flow chart / Images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Advantages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Application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Future Scope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78174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C4A3B3-0205-F18D-199F-BFB5344DD637}"/>
              </a:ext>
            </a:extLst>
          </p:cNvPr>
          <p:cNvSpPr txBox="1"/>
          <p:nvPr/>
        </p:nvSpPr>
        <p:spPr>
          <a:xfrm>
            <a:off x="1882877" y="2896782"/>
            <a:ext cx="84262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>
                <a:latin typeface="Cambria Math" panose="02040503050406030204" pitchFamily="18" charset="0"/>
                <a:ea typeface="Cambria Math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437878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</TotalTime>
  <Words>24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Nasare</dc:creator>
  <cp:lastModifiedBy>Sakshi Nasare</cp:lastModifiedBy>
  <cp:revision>5</cp:revision>
  <dcterms:created xsi:type="dcterms:W3CDTF">2026-03-14T02:32:59Z</dcterms:created>
  <dcterms:modified xsi:type="dcterms:W3CDTF">2026-03-16T13:38:52Z</dcterms:modified>
</cp:coreProperties>
</file>